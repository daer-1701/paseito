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60699b76134a53" /><Relationship Type="http://schemas.openxmlformats.org/officeDocument/2006/relationships/extended-properties" Target="/docProps/app.xml" Id="Re056379973f842d7" /><Relationship Type="http://schemas.openxmlformats.org/officeDocument/2006/relationships/officeDocument" Target="/ppt/presentation.xml" Id="R63398ef5db3d4e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0304ad10484b8e"/>
  </p:sldMasterIdLst>
  <p:notesMasterIdLst>
    <p:notesMasterId xmlns:r="http://schemas.openxmlformats.org/officeDocument/2006/relationships" r:id="Rd27c733793364d36"/>
  </p:notesMasterIdLst>
  <p:sldIdLst>
    <p:sldId xmlns:r="http://schemas.openxmlformats.org/officeDocument/2006/relationships" id="256" r:id="R67fe930d27a54e7e"/>
    <p:sldId xmlns:r="http://schemas.openxmlformats.org/officeDocument/2006/relationships" id="257" r:id="Rb9d5154a6b4a4159"/>
    <p:sldId xmlns:r="http://schemas.openxmlformats.org/officeDocument/2006/relationships" id="258" r:id="R93d71e07c3284a44"/>
    <p:sldId xmlns:r="http://schemas.openxmlformats.org/officeDocument/2006/relationships" id="259" r:id="Rd8d2756f21564928"/>
    <p:sldId xmlns:r="http://schemas.openxmlformats.org/officeDocument/2006/relationships" id="260" r:id="Rafac753e286a4d77"/>
    <p:sldId xmlns:r="http://schemas.openxmlformats.org/officeDocument/2006/relationships" id="261" r:id="R8914415453bb4857"/>
    <p:sldId xmlns:r="http://schemas.openxmlformats.org/officeDocument/2006/relationships" id="262" r:id="Rce8460c453fa4148"/>
    <p:sldId xmlns:r="http://schemas.openxmlformats.org/officeDocument/2006/relationships" id="263" r:id="Rbb64b59f12e347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1caf682d6a4c7f" /><Relationship Type="http://schemas.openxmlformats.org/officeDocument/2006/relationships/slideMaster" Target="/ppt/slideMasters/slideMaster1.xml" Id="R540304ad10484b8e" /><Relationship Type="http://schemas.openxmlformats.org/officeDocument/2006/relationships/notesMaster" Target="/ppt/notesMasters/notesMaster1.xml" Id="Rd27c733793364d36" /><Relationship Type="http://schemas.openxmlformats.org/officeDocument/2006/relationships/presProps" Target="/ppt/presProps.xml" Id="R53a6fa9c34b741a3" /><Relationship Type="http://schemas.openxmlformats.org/officeDocument/2006/relationships/tableStyles" Target="/ppt/tableStyles.xml" Id="R17568b3e25b2493c" /><Relationship Type="http://schemas.openxmlformats.org/officeDocument/2006/relationships/slide" Target="/ppt/slides/slide1.xml" Id="R67fe930d27a54e7e" /><Relationship Type="http://schemas.openxmlformats.org/officeDocument/2006/relationships/slide" Target="/ppt/slides/slide2.xml" Id="Rb9d5154a6b4a4159" /><Relationship Type="http://schemas.openxmlformats.org/officeDocument/2006/relationships/slide" Target="/ppt/slides/slide3.xml" Id="R93d71e07c3284a44" /><Relationship Type="http://schemas.openxmlformats.org/officeDocument/2006/relationships/slide" Target="/ppt/slides/slide4.xml" Id="Rd8d2756f21564928" /><Relationship Type="http://schemas.openxmlformats.org/officeDocument/2006/relationships/slide" Target="/ppt/slides/slide5.xml" Id="Rafac753e286a4d77" /><Relationship Type="http://schemas.openxmlformats.org/officeDocument/2006/relationships/slide" Target="/ppt/slides/slide6.xml" Id="R8914415453bb4857" /><Relationship Type="http://schemas.openxmlformats.org/officeDocument/2006/relationships/slide" Target="/ppt/slides/slide7.xml" Id="Rce8460c453fa4148" /><Relationship Type="http://schemas.openxmlformats.org/officeDocument/2006/relationships/slide" Target="/ppt/slides/slide8.xml" Id="Rbb64b59f12e347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b10db5370b4b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6cd90cd60a4354" /><Relationship Type="http://schemas.openxmlformats.org/officeDocument/2006/relationships/notesMaster" Target="/ppt/notesMasters/notesMaster1.xml" Id="R484729be44d140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c30d7a998a4fc9" /><Relationship Type="http://schemas.openxmlformats.org/officeDocument/2006/relationships/notesMaster" Target="/ppt/notesMasters/notesMaster1.xml" Id="Re63d0329097542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5772032fb948da" /><Relationship Type="http://schemas.openxmlformats.org/officeDocument/2006/relationships/notesMaster" Target="/ppt/notesMasters/notesMaster1.xml" Id="R23983f7ed91648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b90ee54ac340df" /><Relationship Type="http://schemas.openxmlformats.org/officeDocument/2006/relationships/notesMaster" Target="/ppt/notesMasters/notesMaster1.xml" Id="R350bf5675fbc40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143a28686c40d8" /><Relationship Type="http://schemas.openxmlformats.org/officeDocument/2006/relationships/notesMaster" Target="/ppt/notesMasters/notesMaster1.xml" Id="R75534456901841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8ad921908d40f9" /><Relationship Type="http://schemas.openxmlformats.org/officeDocument/2006/relationships/notesMaster" Target="/ppt/notesMasters/notesMaster1.xml" Id="R68b1fd8026ab45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f350c53cab4a18" /><Relationship Type="http://schemas.openxmlformats.org/officeDocument/2006/relationships/notesMaster" Target="/ppt/notesMasters/notesMaster1.xml" Id="Rec6c58f032a645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684e2187f54efd" /><Relationship Type="http://schemas.openxmlformats.org/officeDocument/2006/relationships/notesMaster" Target="/ppt/notesMasters/notesMaster1.xml" Id="Raa3f1f86908e4a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Versión de entrega actualizada tras el despliegue eb4ac7e. Acceso público depende de torre, Docker, Internet y cloudflared. Fuente: docs/despliegue-presentacion.md.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Problema y usuarios del reto Jarvis. Ver docs/fase3-limpieza-y-alcance.md.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Precios de ejemplo no equivalen a stock comercial. La procedencia se consulta en /catalog/demo; los datos faltantes se tratan como desconocidos.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OpenAI usa gpt-4.1-mini configurable; claves solo en servidor. El respaldo local conserva las consultas del catálogo. No se usan embeddings ni Gemini. Fuente: README.md y docs/definicion-version-unica.md.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Points real y Twilio requieren credenciales. Saldo de ejemplo: QR DEMO-PUNTOS con modo de catálogo de ejemplo activo; sesión ligada a conversación y cookie, 90 s de inactividad, máximo 10 min. Eventos de mirada integrados; hardware no confirmado.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Pruebas 42+6 del despliegue; reporte previo de cierre contiene 39+5. Evidencia: docs/despliegue-presentacion.md y docs/entregables/cierre-verificado.md. El catálogo mezcla registros documentados y ejemplos; no presentar precios como verificación comercial.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Antes de presentar: comprobar /health, /voice/status y micrófono/parlantes. Si falla Internet, abrir localhost. WhatsApp demo en /whatsapp/demo. La GPU admite una tarea de voz a la vez.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conector Points es de solo lectura y el de WhatsApp valida firmas y deduplica. Tener un adaptador no significa estar conectado a los servicios reales. Ver docs/adicionales-e-integraciones.md.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76ceb644304b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967627f19a45b8" /><Relationship Type="http://schemas.openxmlformats.org/officeDocument/2006/relationships/slideLayout" Target="/ppt/slideLayouts/slideLayout1.xml" Id="R23acc1ecbf0a49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acc1ecbf0a49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f57e8c0e14aa0" /><Relationship Type="http://schemas.openxmlformats.org/officeDocument/2006/relationships/notesSlide" Target="/ppt/notesSlides/notesSlide1.xml" Id="Rfc8f22f8767449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22b7219c9486e" /><Relationship Type="http://schemas.openxmlformats.org/officeDocument/2006/relationships/notesSlide" Target="/ppt/notesSlides/notesSlide2.xml" Id="R541236bee3c040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a83c450d24f08" /><Relationship Type="http://schemas.openxmlformats.org/officeDocument/2006/relationships/notesSlide" Target="/ppt/notesSlides/notesSlide3.xml" Id="Red50f30fdca048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d451ceb9541a6" /><Relationship Type="http://schemas.openxmlformats.org/officeDocument/2006/relationships/notesSlide" Target="/ppt/notesSlides/notesSlide4.xml" Id="Rdbf7417d2ef241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6c9a9ea9744f7" /><Relationship Type="http://schemas.openxmlformats.org/officeDocument/2006/relationships/notesSlide" Target="/ppt/notesSlides/notesSlide5.xml" Id="R9e687b53d27d43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f29a927b042ba" /><Relationship Type="http://schemas.openxmlformats.org/officeDocument/2006/relationships/notesSlide" Target="/ppt/notesSlides/notesSlide6.xml" Id="R88c8fe92c2534a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1d10949744b3c" /><Relationship Type="http://schemas.openxmlformats.org/officeDocument/2006/relationships/notesSlide" Target="/ppt/notesSlides/notesSlide7.xml" Id="R94fbd909ec9748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26ab883b14fd3" /><Relationship Type="http://schemas.openxmlformats.org/officeDocument/2006/relationships/notesSlide" Target="/ppt/notesSlides/notesSlide8.xml" Id="R32f93691aeb04f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04F4F-AAA2-4B00-AF70-F45F19B3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71213D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71213D"/>
                </a:solidFill>
                <a:latin typeface="Arial"/>
                <a:ea typeface="Arial"/>
                <a:cs typeface="Arial"/>
              </a:rPr>
              <a:t>Paseito · Reto Jarvis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CF4C1-E054-4DFF-8AD0-DD708316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Asistente del Paseo Aranjuez: web, voz y avatar</a:t>
            </a:r>
          </a:p>
          <a:p xmlns:a="http://schemas.openxmlformats.org/drawingml/2006/main">
            <a:pPr>
              <a:buNone/>
              <a:defRPr sz="240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Demo: https://jarvis.timosboy.win</a:t>
            </a:r>
          </a:p>
        </p:txBody>
      </p:sp>
    </p:spTree>
    <p:extLst>
      <p:ext uri="{BB962C8B-B14F-4D97-AF65-F5344CB8AC3E}">
        <p14:creationId xmlns:p14="http://schemas.microsoft.com/office/powerpoint/2010/main" val="1965097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958E2-B289-48F1-9501-F962DAE6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7121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71213D"/>
                </a:solidFill>
                <a:latin typeface="Arial"/>
                <a:ea typeface="Arial"/>
                <a:cs typeface="Arial"/>
              </a:rPr>
              <a:t>La consulta empieza con una necesidad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FCDDD-24E8-4A28-B676-A5B409F3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“Quiero una camisa, un café y un lugar para reunirme”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El visitante necesita opciones, ubicación y datos actuales.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La administración necesita una fuente común que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332133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0AF0E-E635-4170-8906-6A694DF6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7121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71213D"/>
                </a:solidFill>
                <a:latin typeface="Arial"/>
                <a:ea typeface="Arial"/>
                <a:cs typeface="Arial"/>
              </a:rPr>
              <a:t>Una conversación lleva a opciones concretas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C5C51-C4F9-4FBF-A70D-CF8B2CB7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Texto o voz → fichas con fuente → selección → ubicación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Precio desconocido se muestra como desconocido.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Los eventos y promociones se filtran por vigencia.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La ficha del destino puede abrirse fuera de la conversación.</a:t>
            </a:r>
          </a:p>
        </p:txBody>
      </p:sp>
    </p:spTree>
    <p:extLst>
      <p:ext uri="{BB962C8B-B14F-4D97-AF65-F5344CB8AC3E}">
        <p14:creationId xmlns:p14="http://schemas.microsoft.com/office/powerpoint/2010/main" val="1250490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F4C4B-D1EA-4C4C-B484-A6847FF8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7121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71213D"/>
                </a:solidFill>
                <a:latin typeface="Arial"/>
                <a:ea typeface="Arial"/>
                <a:cs typeface="Arial"/>
              </a:rPr>
              <a:t>Arquitectura unificada y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58DA9-AAD0-41D6-8E0B-E71D10C4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Web responsive → FastAPI → catálogo SQLite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OpenAI Responses con herramientas y respaldo local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Recuperación léxica con sinónimos y datos estructurados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Whisper y Kokoro en GPU local; voz por SSE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Docker Compose + Cloudflare para acceso HTTPS</a:t>
            </a:r>
          </a:p>
        </p:txBody>
      </p:sp>
    </p:spTree>
    <p:extLst>
      <p:ext uri="{BB962C8B-B14F-4D97-AF65-F5344CB8AC3E}">
        <p14:creationId xmlns:p14="http://schemas.microsoft.com/office/powerpoint/2010/main" val="239468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37D37-221E-4D39-BF63-96D484D8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7121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71213D"/>
                </a:solidFill>
                <a:latin typeface="Arial"/>
                <a:ea typeface="Arial"/>
                <a:cs typeface="Arial"/>
              </a:rPr>
              <a:t>Funciones de la versión actual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43D12-20E6-4153-8DC5-63E4CE3F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Catálogo, precios en Bs, horarios, promociones y eventos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Avatar 3D del equipo y guía por piso, sector y local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QR de destino; Points con sesión personal temporal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WhatsApp local y conector Twilio preparado</a:t>
            </a:r>
          </a:p>
          <a:p xmlns:a="http://schemas.openxmlformats.org/drawingml/2006/main">
            <a:r>
              <a:t>Analítica y administración autenticadas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Estímulo de mirada: evento integrado; hardware pendiente</a:t>
            </a:r>
          </a:p>
        </p:txBody>
      </p:sp>
    </p:spTree>
    <p:extLst>
      <p:ext uri="{BB962C8B-B14F-4D97-AF65-F5344CB8AC3E}">
        <p14:creationId xmlns:p14="http://schemas.microsoft.com/office/powerpoint/2010/main" val="8422561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323A4-750B-4C22-AE9C-3B4A17A8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7121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71213D"/>
                </a:solidFill>
                <a:latin typeface="Arial"/>
                <a:ea typeface="Arial"/>
                <a:cs typeface="Arial"/>
              </a:rPr>
              <a:t>Datos y validación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13716-CD09-4A9A-8F2C-483F33A4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Catálogo documentado + productos y precios de ejemplo</a:t>
            </a:r>
          </a:p>
          <a:p xmlns:a="http://schemas.openxmlformats.org/drawingml/2006/main">
            <a:r>
              <a:t>Origen de los datos visible en «Información del catálogo»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42 pruebas backend y 6 frontend correctas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Interfaz y conversación verificadas por HTTPS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Carga y funcionamiento confirmados por el usuario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Validación comercial y mapa interior aún pendientes</a:t>
            </a:r>
          </a:p>
        </p:txBody>
      </p:sp>
    </p:spTree>
    <p:extLst>
      <p:ext uri="{BB962C8B-B14F-4D97-AF65-F5344CB8AC3E}">
        <p14:creationId xmlns:p14="http://schemas.microsoft.com/office/powerpoint/2010/main" val="7974505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5F3DC-AFF4-4292-86A0-5C931338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7121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71213D"/>
                </a:solidFill>
                <a:latin typeface="Arial"/>
                <a:ea typeface="Arial"/>
                <a:cs typeface="Arial"/>
              </a:rPr>
              <a:t>Demo de la versión publicada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530D3-1878-44BD-A2F5-BD552C2C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1. Abrir jarvis.timosboy.win y tocar para empezar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2. «¿Dónde puedo comer?» → elegir Almacén de Pizzas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3. Pedir catálogo, precio y guía de ubicación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4. Probar texto y voz; mostrar QR de destino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5. Mostrar WhatsApp local y Points con QR de ejemplo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6. Reiniciar: cerrar la sesión personal</a:t>
            </a:r>
          </a:p>
        </p:txBody>
      </p:sp>
    </p:spTree>
    <p:extLst>
      <p:ext uri="{BB962C8B-B14F-4D97-AF65-F5344CB8AC3E}">
        <p14:creationId xmlns:p14="http://schemas.microsoft.com/office/powerpoint/2010/main" val="3601633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F9246-9483-4535-875A-7C333045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7121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71213D"/>
                </a:solidFill>
                <a:latin typeface="Arial"/>
                <a:ea typeface="Arial"/>
                <a:cs typeface="Arial"/>
              </a:rPr>
              <a:t>Integraciones y siguientes pasos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2674E-6ABD-49A3-BD02-501801B4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Points real: conectar credenciales y validar el QR externo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WhatsApp real: configurar proveedor y número</a:t>
            </a:r>
          </a:p>
          <a:p xmlns:a="http://schemas.openxmlformats.org/drawingml/2006/main">
            <a:r>
              <a:t>Eye tracker: conectar y ensayar el hardware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Mapa interior y datos comerciales: validar con el Paseo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Compras, canjes y stock real: integración adicional</a:t>
            </a:r>
          </a:p>
          <a:p xmlns:a="http://schemas.openxmlformats.org/drawingml/2006/main">
            <a:pPr>
              <a:buNone/>
              <a:defRPr sz="2250" b="0">
                <a:solidFill>
                  <a:srgbClr val="3023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329"/>
                </a:solidFill>
                <a:latin typeface="Arial"/>
                <a:ea typeface="Arial"/>
                <a:cs typeface="Arial"/>
              </a:rPr>
              <a:t>Respaldo de presentación: kiosco local con voz GPU</a:t>
            </a:r>
          </a:p>
        </p:txBody>
      </p:sp>
    </p:spTree>
    <p:extLst>
      <p:ext uri="{BB962C8B-B14F-4D97-AF65-F5344CB8AC3E}">
        <p14:creationId xmlns:p14="http://schemas.microsoft.com/office/powerpoint/2010/main" val="754551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2026-10-04T03:51:54.4630000Z</dcterms:created>
  <dcterms:modified xsi:type="dcterms:W3CDTF">2026-10-04T03:51:54.4630000Z</dcterms:modified>
</coreProperties>
</file>