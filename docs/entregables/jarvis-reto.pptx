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702c61b98d43cf" /><Relationship Type="http://schemas.openxmlformats.org/officeDocument/2006/relationships/extended-properties" Target="/docProps/app.xml" Id="Reaebba90262944ab" /><Relationship Type="http://schemas.openxmlformats.org/officeDocument/2006/relationships/officeDocument" Target="/ppt/presentation.xml" Id="R2088c9f288e24f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533c1e9ad8446c"/>
  </p:sldMasterIdLst>
  <p:notesMasterIdLst>
    <p:notesMasterId xmlns:r="http://schemas.openxmlformats.org/officeDocument/2006/relationships" r:id="R7763ee1d76ef4d01"/>
  </p:notesMasterIdLst>
  <p:sldIdLst>
    <p:sldId xmlns:r="http://schemas.openxmlformats.org/officeDocument/2006/relationships" id="256" r:id="R06c4559b8d0e45f2"/>
    <p:sldId xmlns:r="http://schemas.openxmlformats.org/officeDocument/2006/relationships" id="257" r:id="R9779e425ce0d49ba"/>
    <p:sldId xmlns:r="http://schemas.openxmlformats.org/officeDocument/2006/relationships" id="258" r:id="R1115173c9a0a4f7a"/>
    <p:sldId xmlns:r="http://schemas.openxmlformats.org/officeDocument/2006/relationships" id="259" r:id="R0e3dc78b5877447c"/>
    <p:sldId xmlns:r="http://schemas.openxmlformats.org/officeDocument/2006/relationships" id="260" r:id="R13773efb3ec14829"/>
    <p:sldId xmlns:r="http://schemas.openxmlformats.org/officeDocument/2006/relationships" id="261" r:id="R38fbde84458c4edc"/>
    <p:sldId xmlns:r="http://schemas.openxmlformats.org/officeDocument/2006/relationships" id="262" r:id="Rf79d323fc09f4d3d"/>
    <p:sldId xmlns:r="http://schemas.openxmlformats.org/officeDocument/2006/relationships" id="263" r:id="R18a0214086cc4b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5e9f0aee9c4f8f" /><Relationship Type="http://schemas.openxmlformats.org/officeDocument/2006/relationships/slideMaster" Target="/ppt/slideMasters/slideMaster1.xml" Id="R96533c1e9ad8446c" /><Relationship Type="http://schemas.openxmlformats.org/officeDocument/2006/relationships/notesMaster" Target="/ppt/notesMasters/notesMaster1.xml" Id="R7763ee1d76ef4d01" /><Relationship Type="http://schemas.openxmlformats.org/officeDocument/2006/relationships/presProps" Target="/ppt/presProps.xml" Id="R09bbd12594444453" /><Relationship Type="http://schemas.openxmlformats.org/officeDocument/2006/relationships/tableStyles" Target="/ppt/tableStyles.xml" Id="Rb84b8158ff054d4a" /><Relationship Type="http://schemas.openxmlformats.org/officeDocument/2006/relationships/slide" Target="/ppt/slides/slide1.xml" Id="R06c4559b8d0e45f2" /><Relationship Type="http://schemas.openxmlformats.org/officeDocument/2006/relationships/slide" Target="/ppt/slides/slide2.xml" Id="R9779e425ce0d49ba" /><Relationship Type="http://schemas.openxmlformats.org/officeDocument/2006/relationships/slide" Target="/ppt/slides/slide3.xml" Id="R1115173c9a0a4f7a" /><Relationship Type="http://schemas.openxmlformats.org/officeDocument/2006/relationships/slide" Target="/ppt/slides/slide4.xml" Id="R0e3dc78b5877447c" /><Relationship Type="http://schemas.openxmlformats.org/officeDocument/2006/relationships/slide" Target="/ppt/slides/slide5.xml" Id="R13773efb3ec14829" /><Relationship Type="http://schemas.openxmlformats.org/officeDocument/2006/relationships/slide" Target="/ppt/slides/slide6.xml" Id="R38fbde84458c4edc" /><Relationship Type="http://schemas.openxmlformats.org/officeDocument/2006/relationships/slide" Target="/ppt/slides/slide7.xml" Id="Rf79d323fc09f4d3d" /><Relationship Type="http://schemas.openxmlformats.org/officeDocument/2006/relationships/slide" Target="/ppt/slides/slide8.xml" Id="R18a0214086cc4b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2b7277e24a46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ab36636a494e81" /><Relationship Type="http://schemas.openxmlformats.org/officeDocument/2006/relationships/notesMaster" Target="/ppt/notesMasters/notesMaster1.xml" Id="R71cad91d5b654b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bdf1aa9ada4e06" /><Relationship Type="http://schemas.openxmlformats.org/officeDocument/2006/relationships/notesMaster" Target="/ppt/notesMasters/notesMaster1.xml" Id="R436d94d0b61a41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5a957024b642b9" /><Relationship Type="http://schemas.openxmlformats.org/officeDocument/2006/relationships/notesMaster" Target="/ppt/notesMasters/notesMaster1.xml" Id="R170ce72c95ec42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e30e79fc0944f1" /><Relationship Type="http://schemas.openxmlformats.org/officeDocument/2006/relationships/notesMaster" Target="/ppt/notesMasters/notesMaster1.xml" Id="R7d98e438bdd34b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c25fd200244db9" /><Relationship Type="http://schemas.openxmlformats.org/officeDocument/2006/relationships/notesMaster" Target="/ppt/notesMasters/notesMaster1.xml" Id="R7eaa34d0d56247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ce590a730a4498" /><Relationship Type="http://schemas.openxmlformats.org/officeDocument/2006/relationships/notesMaster" Target="/ppt/notesMasters/notesMaster1.xml" Id="R5c73431f287349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7e69722b63416f" /><Relationship Type="http://schemas.openxmlformats.org/officeDocument/2006/relationships/notesMaster" Target="/ppt/notesMasters/notesMaster1.xml" Id="R145048c4c5f947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20e0f6c4f74aa6" /><Relationship Type="http://schemas.openxmlformats.org/officeDocument/2006/relationships/notesMaster" Target="/ppt/notesMasters/notesMaster1.xml" Id="R31a775a73d2349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equipo y comenzar por una necesidad del visitante. Fuente: docs/retos/Hackathon_By_Paseo_Aranjuez_Documento_Oficial_de_Retos.pdf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Usuarios: visitantes, familias, negocios y administración. No presentamos resultados comerciales medidos.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kiosco en vivo. La URL móvil requiere una dirección accesible desde el teléfono; localhost no basta.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actual: recuperación léxica con sinónimos y filtros. Respuesta estricta desde atributos. No afirmar que hay embeddings. LLM externo experimental optativo.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plano y recorridos accesibles necesitan validación presencial. El informe /admin/quality requiere token administrativo. Las preferencias se eliminan al reiniciar.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Conteo observado en /health en la revisión previa. Confirmarlo antes del evento. Fuentes de servicios: https://paseoaranjuez.com/. No existe aprobación humana general por tener un enlace.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Ensayar micrófono y ruido real. No simular que existen promociones o eventos reales. Si falta evidencia, mostrar la abstención. Consultar precio no equivale a disponibilidad.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Detalle: docs/adicionales-e-integraciones.md. Reglas WhatsApp: https://business.whatsapp.com/policy/preview?lang=es_LA. Entregar código, arquitectura, PPTX y demo en vivo.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d5e4d582f41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537fd72ede40fd" /><Relationship Type="http://schemas.openxmlformats.org/officeDocument/2006/relationships/slideLayout" Target="/ppt/slideLayouts/slideLayout1.xml" Id="Re57eff072bfb45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7eff072bfb45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772e98bce4e82" /><Relationship Type="http://schemas.openxmlformats.org/officeDocument/2006/relationships/notesSlide" Target="/ppt/notesSlides/notesSlide1.xml" Id="R96e79aba7ef14a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0390b35224c8a" /><Relationship Type="http://schemas.openxmlformats.org/officeDocument/2006/relationships/notesSlide" Target="/ppt/notesSlides/notesSlide2.xml" Id="R8141f68b6fcf48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3854abd244f58" /><Relationship Type="http://schemas.openxmlformats.org/officeDocument/2006/relationships/notesSlide" Target="/ppt/notesSlides/notesSlide3.xml" Id="R72de1ec4542047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9deec1e5c4761" /><Relationship Type="http://schemas.openxmlformats.org/officeDocument/2006/relationships/notesSlide" Target="/ppt/notesSlides/notesSlide4.xml" Id="Rdf637a0c0eef49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c589c68264d5c" /><Relationship Type="http://schemas.openxmlformats.org/officeDocument/2006/relationships/notesSlide" Target="/ppt/notesSlides/notesSlide5.xml" Id="Rc37168821aa44c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e6c9d5c4e4f2e" /><Relationship Type="http://schemas.openxmlformats.org/officeDocument/2006/relationships/notesSlide" Target="/ppt/notesSlides/notesSlide6.xml" Id="R7e754cd0bb4846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3a34c724f46de" /><Relationship Type="http://schemas.openxmlformats.org/officeDocument/2006/relationships/notesSlide" Target="/ppt/notesSlides/notesSlide7.xml" Id="Ra2c196f8699f44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c14a96cbd49de" /><Relationship Type="http://schemas.openxmlformats.org/officeDocument/2006/relationships/notesSlide" Target="/ppt/notesSlides/notesSlide8.xml" Id="Rca630338919149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04F4F-AAA2-4B00-AF70-F45F19B3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Jarvis · Paseo Aranjuez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CF4C1-E054-4DFF-8AD0-DD708316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Asistente presencial para encontrar, elegir y ubicarse</a:t>
            </a:r>
          </a:p>
          <a:p xmlns:a="http://schemas.openxmlformats.org/drawingml/2006/main">
            <a:pPr>
              <a:defRPr sz="240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Prototipo del reto Jarvis</a:t>
            </a:r>
          </a:p>
        </p:txBody>
      </p:sp>
    </p:spTree>
    <p:extLst>
      <p:ext uri="{BB962C8B-B14F-4D97-AF65-F5344CB8AC3E}">
        <p14:creationId xmlns:p14="http://schemas.microsoft.com/office/powerpoint/2010/main" val="1965097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958E2-B289-48F1-9501-F962DAE6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La consulta empieza con una necesidad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FCDDD-24E8-4A28-B676-A5B409F3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“Quiero una camisa, un café y un lugar para reunirme”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El visitante necesita opciones, ubicación y datos actuales.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La administración necesita una fuente común que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332133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0AF0E-E635-4170-8906-6A694DF6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Una conversación lleva a opciones concretas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C5C51-C4F9-4FBF-A70D-CF8B2CB7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Texto o voz → fichas con fuente → selección → ubicación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Precio desconocido se muestra como desconocido.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Los eventos y promociones se filtran por vigencia.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La ficha del destino puede abrirse fuera de la conversación.</a:t>
            </a:r>
          </a:p>
        </p:txBody>
      </p:sp>
    </p:spTree>
    <p:extLst>
      <p:ext uri="{BB962C8B-B14F-4D97-AF65-F5344CB8AC3E}">
        <p14:creationId xmlns:p14="http://schemas.microsoft.com/office/powerpoint/2010/main" val="1250490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F4C4B-D1EA-4C4C-B484-A6847FF8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El RAG usa conocimiento público del Paseo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58DA9-AAD0-41D6-8E0B-E71D10C4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Kiosco web → API Python → recuperación → respuesta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                               ↓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                     SQLite: fichas y sesión temporal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Whisper transcribe · Kokoro genera voz en la GPU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Docker Compose y WSL2 mantienen los servicios activos</a:t>
            </a:r>
          </a:p>
        </p:txBody>
      </p:sp>
    </p:spTree>
    <p:extLst>
      <p:ext uri="{BB962C8B-B14F-4D97-AF65-F5344CB8AC3E}">
        <p14:creationId xmlns:p14="http://schemas.microsoft.com/office/powerpoint/2010/main" val="239468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37D37-221E-4D39-BF63-96D484D8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Cubrir las tareas 6–9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43D12-20E6-4153-8DC5-63E4CE3F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6. Ubicación publicada y ficha móvil sin historial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7. Selección y preferencias temporales de presupuesto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8. Tarjetas de negocios, servicios, promociones y eventos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9. Revisión humana separada de observación de fuente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El informe administrativo identifica campos faltantes.</a:t>
            </a:r>
          </a:p>
        </p:txBody>
      </p:sp>
    </p:spTree>
    <p:extLst>
      <p:ext uri="{BB962C8B-B14F-4D97-AF65-F5344CB8AC3E}">
        <p14:creationId xmlns:p14="http://schemas.microsoft.com/office/powerpoint/2010/main" val="8422561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323A4-750B-4C22-AE9C-3B4A17A8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Datos confirmados y pendientes visibles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13716-CD09-4A9A-8F2C-483F33A4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La instancia anterior contiene 84 fichas públicas.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Falta ampliar catálogo, precios y horarios individuales.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Falta cargar agenda fechada y promociones vigentes.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Falta validar baños, ascensores y recorridos interiores.</a:t>
            </a:r>
          </a:p>
        </p:txBody>
      </p:sp>
    </p:spTree>
    <p:extLst>
      <p:ext uri="{BB962C8B-B14F-4D97-AF65-F5344CB8AC3E}">
        <p14:creationId xmlns:p14="http://schemas.microsoft.com/office/powerpoint/2010/main" val="7974505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5F3DC-AFF4-4292-86A0-5C931338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Demo: descubrir, elegir y comprobar límites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530D3-1878-44BD-A2F5-BD552C2C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1. “Quiero una camisa y un café”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2. “Guíame al segundo”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3. “Busco un regalo” → “Hasta 100 Bs”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4. “¿Qué servicios hay en Sky Games?”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5. “¿Qué eventos hay hoy?”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6. Reiniciar conversación</a:t>
            </a:r>
          </a:p>
        </p:txBody>
      </p:sp>
    </p:spTree>
    <p:extLst>
      <p:ext uri="{BB962C8B-B14F-4D97-AF65-F5344CB8AC3E}">
        <p14:creationId xmlns:p14="http://schemas.microsoft.com/office/powerpoint/2010/main" val="3601633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F9246-9483-4535-875A-7C333045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Siguiente paso con el Paseo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2674E-6ABD-49A3-BD02-501801B4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Validar datos y plano con un responsable.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Ensayar cinco consultas reales y sus destinos.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Después: Points, PaseoYa y WhatsApp mediante adaptadores.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Autenticación para datos privados; confirmación para canjes.</a:t>
            </a:r>
          </a:p>
          <a:p xmlns:a="http://schemas.openxmlformats.org/drawingml/2006/main">
            <a:pPr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Las integraciones están propuestas, todavía no conectadas.</a:t>
            </a:r>
          </a:p>
        </p:txBody>
      </p:sp>
    </p:spTree>
    <p:extLst>
      <p:ext uri="{BB962C8B-B14F-4D97-AF65-F5344CB8AC3E}">
        <p14:creationId xmlns:p14="http://schemas.microsoft.com/office/powerpoint/2010/main" val="754551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2026-10-03T06:20:43.5800000Z</dcterms:created>
  <dcterms:modified xsi:type="dcterms:W3CDTF">2026-10-03T06:20:43.5800000Z</dcterms:modified>
</coreProperties>
</file>